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70d2dd8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70d2dd8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70d2dd89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70d2dd89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70d2dd8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70d2dd8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70d2dd89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70d2dd89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70d2dd89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70d2dd89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70d2dd89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70d2dd89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0d2dd89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70d2dd89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70d2dd89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70d2dd89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70d2dd89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70d2dd89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70d2dd89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70d2dd89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70d2dd89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70d2dd89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70d2dd89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70d2dd89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70d2dd89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70d2dd89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70d2dd89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70d2dd89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70d2dd89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70d2dd89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70d2dd89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70d2dd89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70d2dd89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70d2dd89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70d2dd89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70d2dd89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70d2dd89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70d2dd89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952" y="0"/>
            <a:ext cx="364808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38113"/>
            <a:ext cx="5734050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842963"/>
            <a:ext cx="5734050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500063"/>
            <a:ext cx="573405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75" y="132550"/>
            <a:ext cx="27241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2050" y="513550"/>
            <a:ext cx="2724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3625" y="2342350"/>
            <a:ext cx="27241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0250" y="2142325"/>
            <a:ext cx="272415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0"/>
            <a:ext cx="57340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888" y="0"/>
            <a:ext cx="45602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238250"/>
            <a:ext cx="57340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490538"/>
            <a:ext cx="5734050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713" y="0"/>
            <a:ext cx="310258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14300"/>
            <a:ext cx="5734050" cy="49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763" y="83163"/>
            <a:ext cx="4054475" cy="497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119188"/>
            <a:ext cx="57340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733550"/>
            <a:ext cx="573405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685800"/>
            <a:ext cx="573405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600200"/>
            <a:ext cx="573405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319213"/>
            <a:ext cx="5734050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742950"/>
            <a:ext cx="57340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614488"/>
            <a:ext cx="5734050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438" y="0"/>
            <a:ext cx="34851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